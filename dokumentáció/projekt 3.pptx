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ódi Rajmond" initials="BR" lastIdx="1" clrIdx="0">
    <p:extLst>
      <p:ext uri="{19B8F6BF-5375-455C-9EA6-DF929625EA0E}">
        <p15:presenceInfo xmlns:p15="http://schemas.microsoft.com/office/powerpoint/2012/main" userId="S::bodi.rajmond.2021e@ms.gdszeged.hu::a5f854be-19d5-4377-abb7-b206ce7ab6a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7T08:15:23.079" idx="1">
    <p:pos x="960" y="1296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90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065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5273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716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09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819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885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03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545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215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47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A69F337C-007E-4B82-AAE0-E042D8E43924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0CD2476-8CC4-4926-96EC-C467A12C976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845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39392F-ACA6-48FF-91D0-C52489324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Project III.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AFAC083-B2EF-4B5B-AFDE-55C3E5FDA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Nimród-Rajmond-Ádám</a:t>
            </a:r>
          </a:p>
        </p:txBody>
      </p:sp>
      <p:pic>
        <p:nvPicPr>
          <p:cNvPr id="5" name="Ábra 4" descr="Fej fogaskerekekkel egyszínű kitöltéssel">
            <a:extLst>
              <a:ext uri="{FF2B5EF4-FFF2-40B4-BE49-F238E27FC236}">
                <a16:creationId xmlns:a16="http://schemas.microsoft.com/office/drawing/2014/main" id="{ADFB9F25-6632-40F7-AAA0-D5D1F5FEF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3572" y="12936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404C8A-6628-4214-84FE-B08594AA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4366E45-E56D-4C2D-8F4E-5CE9241C6B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552" y="2185814"/>
            <a:ext cx="6516009" cy="248637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4F5DBD4-30E4-4D24-956A-2C9D59CBFE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20690" y="3429000"/>
            <a:ext cx="576072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70722"/>
      </p:ext>
    </p:extLst>
  </p:cSld>
  <p:clrMapOvr>
    <a:masterClrMapping/>
  </p:clrMapOvr>
  <p:transition spd="med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6A38E6-F527-4A8E-8D5B-74E61F8E5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i.</a:t>
            </a:r>
            <a:br>
              <a:rPr lang="hu-HU" dirty="0"/>
            </a:br>
            <a:r>
              <a:rPr lang="hu-HU" dirty="0"/>
              <a:t> (időbélyegek, </a:t>
            </a:r>
            <a:r>
              <a:rPr lang="hu-HU" dirty="0" err="1"/>
              <a:t>dhcp</a:t>
            </a:r>
            <a:r>
              <a:rPr lang="hu-HU" dirty="0"/>
              <a:t>, </a:t>
            </a:r>
            <a:r>
              <a:rPr lang="hu-HU" dirty="0" err="1"/>
              <a:t>ntp</a:t>
            </a:r>
            <a:r>
              <a:rPr lang="hu-HU" dirty="0"/>
              <a:t> szerver)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E69608-999A-4F54-9D23-C9F4B608D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92630"/>
            <a:ext cx="9784080" cy="4206240"/>
          </a:xfrm>
        </p:spPr>
        <p:txBody>
          <a:bodyPr/>
          <a:lstStyle/>
          <a:p>
            <a:r>
              <a:rPr lang="hu-HU" dirty="0" err="1"/>
              <a:t>Syslog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 err="1"/>
              <a:t>Ntp</a:t>
            </a:r>
            <a:r>
              <a:rPr lang="hu-HU" dirty="0"/>
              <a:t> szerver:</a:t>
            </a:r>
          </a:p>
          <a:p>
            <a:r>
              <a:rPr lang="hu-HU" dirty="0"/>
              <a:t>Időbélyegek:</a:t>
            </a:r>
          </a:p>
          <a:p>
            <a:endParaRPr lang="hu-HU" dirty="0"/>
          </a:p>
          <a:p>
            <a:r>
              <a:rPr lang="hu-HU" dirty="0"/>
              <a:t>DHCP </a:t>
            </a:r>
            <a:r>
              <a:rPr lang="hu-HU" dirty="0" err="1"/>
              <a:t>konfig</a:t>
            </a:r>
            <a:r>
              <a:rPr lang="hu-HU" dirty="0"/>
              <a:t>: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55750FC-A918-449D-A916-310B51CF8C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58009" y="1992630"/>
            <a:ext cx="3536950" cy="6858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6D80404-2B91-4365-B739-3DDB535DEE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95625" y="3087674"/>
            <a:ext cx="4133850" cy="19304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BBC10FC-B4A6-4B1F-BAC9-90052CC2F8A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95625" y="3542320"/>
            <a:ext cx="4281170" cy="29527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7F454C5-045B-4586-A534-F6E0CE9DE14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228975" y="4346720"/>
            <a:ext cx="432308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2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C043FF-64FF-48B3-AA8E-7D16A2F5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Switch</a:t>
            </a:r>
            <a:r>
              <a:rPr lang="hu-HU" dirty="0"/>
              <a:t> i.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syslog</a:t>
            </a:r>
            <a:r>
              <a:rPr lang="hu-HU" dirty="0"/>
              <a:t>, </a:t>
            </a:r>
            <a:r>
              <a:rPr lang="hu-HU" dirty="0" err="1"/>
              <a:t>ntp</a:t>
            </a:r>
            <a:r>
              <a:rPr lang="hu-HU" dirty="0"/>
              <a:t> szerver, </a:t>
            </a:r>
            <a:r>
              <a:rPr lang="hu-HU" dirty="0" err="1"/>
              <a:t>mac</a:t>
            </a:r>
            <a:r>
              <a:rPr lang="hu-HU" dirty="0"/>
              <a:t> -cím szűrés)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C4759F-B568-4C4C-8105-EC0B72F9A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Ntp</a:t>
            </a:r>
            <a:r>
              <a:rPr lang="hu-HU" dirty="0"/>
              <a:t> szerver:</a:t>
            </a:r>
          </a:p>
          <a:p>
            <a:endParaRPr lang="hu-HU" dirty="0"/>
          </a:p>
          <a:p>
            <a:r>
              <a:rPr lang="hu-HU" dirty="0" err="1"/>
              <a:t>Syslog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/>
              <a:t>Mac-cím szűrés :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3C2826-C677-4514-8CDE-5B9D86994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05442" y="2085975"/>
            <a:ext cx="4704715" cy="24765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5578AB5-15F9-4099-8E04-9FB0903EF9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6487" y="3077210"/>
            <a:ext cx="4391025" cy="51308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BF9240A-1048-4E40-9BCA-22A25A342EA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28999" y="4333875"/>
            <a:ext cx="3657600" cy="41592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9635F4-E541-430B-B06A-EC5A5373B0F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28999" y="4018597"/>
            <a:ext cx="308546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8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09927F-0639-4D87-852C-B70EC711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R1 ii.</a:t>
            </a:r>
            <a:br>
              <a:rPr lang="hu-HU" dirty="0"/>
            </a:br>
            <a:r>
              <a:rPr lang="hu-HU" sz="2400" dirty="0"/>
              <a:t>(</a:t>
            </a:r>
            <a:r>
              <a:rPr lang="hu-HU" sz="2400" dirty="0" err="1"/>
              <a:t>new</a:t>
            </a:r>
            <a:r>
              <a:rPr lang="hu-HU" sz="2400" dirty="0"/>
              <a:t> </a:t>
            </a:r>
            <a:r>
              <a:rPr lang="hu-HU" sz="2400" dirty="0" err="1"/>
              <a:t>user</a:t>
            </a:r>
            <a:r>
              <a:rPr lang="hu-HU" sz="2400" dirty="0"/>
              <a:t>, tartomány név</a:t>
            </a:r>
            <a:r>
              <a:rPr lang="hu-HU" dirty="0"/>
              <a:t>, </a:t>
            </a:r>
            <a:r>
              <a:rPr lang="hu-HU" sz="2400" dirty="0"/>
              <a:t>virtuális  vonalak-&gt; </a:t>
            </a:r>
            <a:r>
              <a:rPr lang="hu-HU" sz="2400" dirty="0" err="1"/>
              <a:t>ssh</a:t>
            </a:r>
            <a:r>
              <a:rPr lang="hu-HU" sz="2400" dirty="0"/>
              <a:t>, kulcs, </a:t>
            </a:r>
            <a:r>
              <a:rPr lang="hu-HU" sz="2400" dirty="0" err="1"/>
              <a:t>user</a:t>
            </a:r>
            <a:r>
              <a:rPr lang="hu-HU" sz="2400" dirty="0"/>
              <a:t> login naplózása, </a:t>
            </a:r>
            <a:r>
              <a:rPr lang="hu-HU" sz="2400" dirty="0" err="1"/>
              <a:t>ssh-val</a:t>
            </a:r>
            <a:r>
              <a:rPr lang="hu-HU" sz="2400" dirty="0"/>
              <a:t> login, belépési beállítások, AAA </a:t>
            </a:r>
            <a:r>
              <a:rPr lang="hu-HU" sz="2400" dirty="0" err="1"/>
              <a:t>config</a:t>
            </a:r>
            <a:r>
              <a:rPr lang="hu-HU" sz="2400" dirty="0"/>
              <a:t>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24C016-0CA6-4CA1-9237-7767462D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Új felhasználó:</a:t>
            </a:r>
          </a:p>
          <a:p>
            <a:r>
              <a:rPr lang="hu-HU" dirty="0"/>
              <a:t>Tartomány név:</a:t>
            </a:r>
          </a:p>
          <a:p>
            <a:r>
              <a:rPr lang="hu-HU" dirty="0"/>
              <a:t>Virtuális vonalak </a:t>
            </a:r>
            <a:r>
              <a:rPr lang="hu-HU" dirty="0" err="1"/>
              <a:t>ssh</a:t>
            </a:r>
            <a:r>
              <a:rPr lang="hu-HU" dirty="0"/>
              <a:t>:</a:t>
            </a:r>
          </a:p>
          <a:p>
            <a:endParaRPr lang="hu-HU" dirty="0"/>
          </a:p>
          <a:p>
            <a:r>
              <a:rPr lang="hu-HU" dirty="0"/>
              <a:t>Kulcs létrehozása: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C66F68E-C934-4669-89D6-F08F902595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24530" y="2062162"/>
            <a:ext cx="5628640" cy="29527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570A81A-F890-4281-9E9E-DF95A952716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42322" y="2595562"/>
            <a:ext cx="5202555" cy="21907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F8982EC-CC31-4946-AA56-55DEC88F78B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65575" y="3062287"/>
            <a:ext cx="3956050" cy="23812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3BE2D2E-FB03-45E3-BF1F-92DB6E1BE74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953193" y="3295650"/>
            <a:ext cx="4899978" cy="2286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00E5E34-69CF-4EA4-83C8-1450C94E030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679032" y="4012883"/>
            <a:ext cx="7307967" cy="21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1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DC8C08-35D9-4684-86BB-28610C56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</a:t>
            </a:r>
            <a:r>
              <a:rPr lang="hu-HU" dirty="0" err="1"/>
              <a:t>iII</a:t>
            </a:r>
            <a:r>
              <a:rPr lang="hu-HU" dirty="0"/>
              <a:t>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0BA467-5CDB-4981-B2B6-72B56C36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User</a:t>
            </a:r>
            <a:r>
              <a:rPr lang="hu-HU" dirty="0"/>
              <a:t> login naplózása:</a:t>
            </a:r>
          </a:p>
          <a:p>
            <a:endParaRPr lang="hu-HU" dirty="0"/>
          </a:p>
          <a:p>
            <a:r>
              <a:rPr lang="hu-HU" dirty="0" err="1"/>
              <a:t>Ssh-val</a:t>
            </a:r>
            <a:r>
              <a:rPr lang="hu-HU" dirty="0"/>
              <a:t> login: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Belépési beállítások:  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D0B822-229C-4327-B123-9D679A076A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46855" y="2052637"/>
            <a:ext cx="3869690" cy="3143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DF087E4-8043-4FFC-98D4-5C5AB54E193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63240" y="3033712"/>
            <a:ext cx="6995160" cy="150018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86ED656-D160-43BF-A219-09BDF14D30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46207" y="4946332"/>
            <a:ext cx="5404485" cy="2667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9A9FBA0-9352-4B9B-9A80-DFE10E2ECB1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938587" y="5214937"/>
            <a:ext cx="4805363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1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6705CB-5824-4E57-B709-3C662A1B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R1 iii.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96584E-174B-445F-8D48-C1640D11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AAA </a:t>
            </a:r>
            <a:r>
              <a:rPr lang="hu-HU" dirty="0" err="1"/>
              <a:t>config</a:t>
            </a:r>
            <a:r>
              <a:rPr lang="hu-HU" dirty="0"/>
              <a:t>: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AAA nyomkövetés:</a:t>
            </a:r>
          </a:p>
          <a:p>
            <a:endParaRPr lang="hu-HU" dirty="0"/>
          </a:p>
          <a:p>
            <a:r>
              <a:rPr lang="hu-HU" dirty="0"/>
              <a:t>Nyomkövetés kikapcsolása: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F0690E2-26E7-4B27-A612-9D05DC922C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38462" y="2135505"/>
            <a:ext cx="4448175" cy="94869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FC02552-C72C-4237-A3FD-0D703B22CD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033202" y="4062412"/>
            <a:ext cx="4354195" cy="48577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EE3B71E-EAF7-4E1E-A3E6-15162C67CC6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857750" y="5039677"/>
            <a:ext cx="4457700" cy="4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6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BCD00E-8ABC-4B36-8C8D-4725D36C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Radius</a:t>
            </a:r>
            <a:r>
              <a:rPr lang="hu-HU" dirty="0"/>
              <a:t> kiszolgáló, felhasználóval való belépés, hitelesítés a távoli felhasználóknak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288CC8-E36A-4159-A2A2-DD8B26E7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465F56A-4084-4E2E-B8A9-098FBE1DA8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02919" y="2011680"/>
            <a:ext cx="3610293" cy="31623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A0E64D9-FCB5-45D8-BD7B-63CF6D6385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05425" y="2094548"/>
            <a:ext cx="2800350" cy="80962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5E8CD27-4A12-4130-B4BB-F6EB6196DB4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05425" y="3165964"/>
            <a:ext cx="5343525" cy="5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16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ávos">
  <a:themeElements>
    <a:clrScheme name="Sávo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Sávo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ávo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TM03090430[[fn=Sávos]]</Template>
  <TotalTime>0</TotalTime>
  <Words>132</Words>
  <Application>Microsoft Office PowerPoint</Application>
  <PresentationFormat>Szélesvásznú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Corbel</vt:lpstr>
      <vt:lpstr>Wingdings</vt:lpstr>
      <vt:lpstr>Sávos</vt:lpstr>
      <vt:lpstr>Project III.</vt:lpstr>
      <vt:lpstr>Ip config </vt:lpstr>
      <vt:lpstr>R1 i.  (időbélyegek, dhcp, ntp szerver)</vt:lpstr>
      <vt:lpstr>Switch i. (syslog, ntp szerver, mac -cím szűrés)</vt:lpstr>
      <vt:lpstr>R1 ii. (new user, tartomány név, virtuális  vonalak-&gt; ssh, kulcs, user login naplózása, ssh-val login, belépési beállítások, AAA config)</vt:lpstr>
      <vt:lpstr>R1 iII.</vt:lpstr>
      <vt:lpstr>R1 iii.</vt:lpstr>
      <vt:lpstr>Radius kiszolgáló, felhasználóval való belépés, hitelesítés a távoli felhasználóknak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Bódi Rajmond</dc:creator>
  <cp:lastModifiedBy>Bódi Rajmond</cp:lastModifiedBy>
  <cp:revision>7</cp:revision>
  <dcterms:created xsi:type="dcterms:W3CDTF">2025-11-14T07:25:36Z</dcterms:created>
  <dcterms:modified xsi:type="dcterms:W3CDTF">2025-11-17T07:17:13Z</dcterms:modified>
</cp:coreProperties>
</file>